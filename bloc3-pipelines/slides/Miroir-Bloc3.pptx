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54864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MIROIR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Pipelines de données temps réel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Industrialisation d'un flux transactionnel pour le moteur de recommandation Miroir.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Néhémie · École des Mines · Juin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github.com/princebn/miroir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Miroir : SaaS B2B de conseil en image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Bloc 3 alimente en signaux temps réel le moteur de recommandation conçu au Bloc 4.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295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17830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— Aïcha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Conseillère indépendante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clientes premium (Europe + Afrique)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pro : haute rotation, exigence forte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2103120"/>
            <a:ext cx="536295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2103120"/>
            <a:ext cx="64008" cy="17830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principal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1676" y="278892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60 % du temps en recherche produit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catalogue scale, la conseillère ne scale pas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36295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69080"/>
            <a:ext cx="64008" cy="17830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519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Valeur Miroir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Recos personnalisées validées par la conseillère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~10h/semaine gagnées par conseillère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7356" y="4069080"/>
            <a:ext cx="536295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7356" y="4069080"/>
            <a:ext cx="64008" cy="17830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9" name="Text 17"/>
          <p:cNvSpPr/>
          <p:nvPr/>
        </p:nvSpPr>
        <p:spPr>
          <a:xfrm>
            <a:off x="6551676" y="42519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 3 dans le tout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1676" y="4754880"/>
            <a:ext cx="4905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temps réel = signaux de demande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Alimente la reco (Bloc 4) avec données fraîches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 (architecture) déjà soutenu · Bloc 3 = pipelines temps réel · Bloc 4 = MLOps reco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&amp; compétences évaluées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compétences RNCP — toutes couvertes par les livrables de ce bloc.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Concevoir un système de gestion de données temps réel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KRaft, topic miroir.transactions, partitions.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862072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Établir un pipeline ETL/ELT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72968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Python → Consumer Postgres → dbt (staging + marts).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Automatiser les flux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50208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Airflow miroir_pipeline (4 tâches, exclude tag:reference).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416552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Surveiller pour qualité &amp; gouvernance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727448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tests + Great Expectations (6 attentes) + console live.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B8956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5193792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 qualité &amp; correction d'erreurs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5504688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 sortie GE propagé : la qualité bloque le DAG.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bout en bout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composants enchaînés, chacun versionné et reproductible.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2377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F0E9DC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93976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9736" y="2377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F0E9DC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9736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9736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77056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42816" y="2377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F0E9DC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42816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0136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25896" y="237744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F0E9DC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Expectations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25896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6136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11896" y="2377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F0E9DC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1896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1896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729216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094976" y="2377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F0E9DC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94976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94976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540867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566160"/>
            <a:ext cx="64008" cy="21031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749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Producteur — rejeu des transactions H&amp;M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25196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 M transactions source (Kaggle)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Échantillon stratifié par stride sur 2 ans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Kafka = customer_id (partitionnement stable)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31636" y="3566160"/>
            <a:ext cx="540867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1636" y="3566160"/>
            <a:ext cx="64008" cy="21031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4" name="Text 32"/>
          <p:cNvSpPr/>
          <p:nvPr/>
        </p:nvSpPr>
        <p:spPr>
          <a:xfrm>
            <a:off x="6505956" y="3749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 — transform + qualité + monitoring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05956" y="425196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: staging (vue) + marts (tables)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 : 6 attentes — domaine, non-nullité, bornes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Streamlit + Altair → analyse en direct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: Docker Desktop + venv. Cloud-ready (mêmes images, mêmes modèles).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versions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 verrouillées, choix de stabilité (cf. ADR du repo).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5029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76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2176272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3.8.0 (KRaft, sans Zookeeper)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70048"/>
            <a:ext cx="64008" cy="5029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OLTP &amp; STOCKAGE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74320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pgvector — réutilisé du Bloc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36976"/>
            <a:ext cx="64008" cy="5029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310128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dbt-core 1.11 + dbt-postgres 1.10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03904"/>
            <a:ext cx="64008" cy="5029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77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877056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Expectations 1.18 (API 1.x : data sources, validations)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70832"/>
            <a:ext cx="64008" cy="5029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439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4443984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Airflow 2.10.5 (venv séparé pour isoler les deps)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37760"/>
            <a:ext cx="64008" cy="5029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010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5010912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1.x + Altair 5 (charts Vega-Lite natifs)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504688"/>
            <a:ext cx="110916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504688"/>
            <a:ext cx="64008" cy="5029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77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557784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(princebn/miroir) — code, modèles dbt, slides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 : rejouer les vraies transactions H&amp;M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Python (confluent-kafka) → topic miroir.transactions → consumer Postgres.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36576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663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3.8 en mode KRaft (sans Zookeeper)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: miroir.transactions · 3 partitions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message = customer_id (cohérence partition)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ligne par ligne (line-based, sans pandas)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--stride N : 1 ligne sur N pour étaler sur 2 ans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batch 500, idle-stop 5 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2103120"/>
            <a:ext cx="5696712" cy="36576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commande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2560320"/>
            <a:ext cx="53766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produce_transactions.py \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F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--rate 0 --limit 4500 --stride 7000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D8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4 500 messages étalés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D8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 sept. 2018 à sept. 2020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0E9D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5943600"/>
            <a:ext cx="64008" cy="5486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source : 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 M transactions [MESURÉ]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plage 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2018-09-20 → 2020-09-22 [MESURÉ]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1,36 M clients · 105 k articles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familles de modèles dbt, séparées par tag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streaming reste rapide ; les agrégats lourds sur 31,8 M sont construits explicitement.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2956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36576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— tag: stream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9057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stg_stream_transactions (vue)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mart_channel_daily (table)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dbt : not_null, accepted_values {1,2}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 à chaque run du DAG (~secondes)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Alimente le panneau « flux temps réel »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2103120"/>
            <a:ext cx="5362956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2103120"/>
            <a:ext cx="64008" cy="36576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— tag: reference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1676" y="2788920"/>
            <a:ext cx="49057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mart_totals · mart_segment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mart_seg_category · mart_seg_colour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mart_seg_age (jointure 3-way : tx × articles × customers)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mart_seg_month — saisonnalité par segment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Construits une fois sur 31,8 M (~3-7 min)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Alimentent la console business + heatmap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0E9D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943600"/>
            <a:ext cx="64008" cy="5486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: 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dbt build --exclude tag:reference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la boucle pipeline reste rapide, les marts lourds restent explicites.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Garde-fous en couches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lignes de défense : tests de modèle, attentes statistiques, garde DAG.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1434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356616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dbt tests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571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not_null sur les clés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accepted_values : canal ∈ {1, 2}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exécutés à chaque build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Échec dbt → échec du DAG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7304" y="2194560"/>
            <a:ext cx="351434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7304" y="2194560"/>
            <a:ext cx="64008" cy="356616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237744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Great Expectations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1624" y="2880360"/>
            <a:ext cx="30571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attentes sur le batch en cours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Non-nullité customer_id, article_id, t_dat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canal ∈ {1, 2}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Bornes prix ∈ [0, 1] (unité normalisée)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minimum (≥ 1 ligne)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5968" y="2194560"/>
            <a:ext cx="351434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25968" y="2194560"/>
            <a:ext cx="64008" cy="356616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15" name="Text 13"/>
          <p:cNvSpPr/>
          <p:nvPr/>
        </p:nvSpPr>
        <p:spPr>
          <a:xfrm>
            <a:off x="8400288" y="237744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Garde DAG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00288" y="2880360"/>
            <a:ext cx="30571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sys.exit(0|1) selon le succès GE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BashOperator propage le code de sortie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 quality échoue → DAG en erreur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chargement silencieux de données invalides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0E9DC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943600"/>
            <a:ext cx="64008" cy="5486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: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qualité n'est pas un rapport en aval, c'est une condition d'exécution.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 miroir_pipeline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tâches en série, exécutées par BashOperator dans des venvs isolés.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6696" y="237744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377440"/>
            <a:ext cx="2377440" cy="4572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Kafka (--rate / --limit / --stride)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74136" y="2377440"/>
            <a:ext cx="228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02736" y="237744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377440"/>
            <a:ext cx="2377440" cy="4572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39896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Kafka → signals.stream_transactions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0176" y="2377440"/>
            <a:ext cx="228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08776" y="237744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2377440"/>
            <a:ext cx="2377440" cy="4572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dbt_build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build --exclude tag:reference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86216" y="2377440"/>
            <a:ext cx="228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814816" y="2377440"/>
            <a:ext cx="23774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14816" y="2377440"/>
            <a:ext cx="2377440" cy="4572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2" name="Text 20"/>
          <p:cNvSpPr/>
          <p:nvPr/>
        </p:nvSpPr>
        <p:spPr>
          <a:xfrm>
            <a:off x="8814816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51976" y="2926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Expectations (6 attentes)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10916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480560"/>
            <a:ext cx="64008" cy="13716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6344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516636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dags test miroir_pipeline 2026-06-06  →  4 tâches SUCCESS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venv .venv-airflow séparé du .venv data (Polars, dbt, GE) pour isoler les conflits de deps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d'examples (LOAD_EXAMPLES=False) — DAG folder pointe sur bloc3-pipelines/dags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DAG inclut le code de sortie de la tâche quality → toute violation bloque le pipeline.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31,8 M transactions, 2 ans — chaque chiffre mesuré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signals.hm_transactions (Bloc 2). Vérifié via explore_data.py et requêtes Postgres.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6717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" cy="14630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31,79 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[MESURÉ]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90138" y="2194560"/>
            <a:ext cx="256717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0138" y="2194560"/>
            <a:ext cx="64008" cy="14630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8738" y="233172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DISTINCTS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8738" y="260604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1,36 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8738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[MESURÉ]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1636" y="2194560"/>
            <a:ext cx="256717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1636" y="2194560"/>
            <a:ext cx="64008" cy="14630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7" name="Text 15"/>
          <p:cNvSpPr/>
          <p:nvPr/>
        </p:nvSpPr>
        <p:spPr>
          <a:xfrm>
            <a:off x="6460236" y="233172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DISTINCTS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60236" y="260604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 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60236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[MESURÉ]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73134" y="2194560"/>
            <a:ext cx="256717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3134" y="2194560"/>
            <a:ext cx="64008" cy="14630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2" name="Text 20"/>
          <p:cNvSpPr/>
          <p:nvPr/>
        </p:nvSpPr>
        <p:spPr>
          <a:xfrm>
            <a:off x="9301734" y="233172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01734" y="260604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ans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01734" y="3291840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2018-09 → 2020-09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53629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840480"/>
            <a:ext cx="64008" cy="18288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0233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Saisonnalité — pics observés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52628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Juin 2019 : 1,9 M transactions (pic absolu)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Juin 2020 : 1,76 M (rebond post-confinement)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Creux : décembre 2019, février 2020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77356" y="3840480"/>
            <a:ext cx="53629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7356" y="3840480"/>
            <a:ext cx="64008" cy="18288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1" name="Text 29"/>
          <p:cNvSpPr/>
          <p:nvPr/>
        </p:nvSpPr>
        <p:spPr>
          <a:xfrm>
            <a:off x="6551676" y="40233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client (index_name)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51676" y="452628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segments (Ladieswear, Menswear, Sport, Divided…)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Ladieswear concentre ~41 % des transactions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Sizes 92-140 / 134-170 = enfants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valeurs proviennent de signals.hm_transactions joint à hm_articles / hm_customers.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 interactive — du flux vers le business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+ Altair, lecture directe Postgres (aucun extract intermédiaire).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29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18288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 — Flux temps réel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pipeline : transactions streamées, fraîcheur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: validation dbt + GE explicite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: produce → la console se rafraîchit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2103120"/>
            <a:ext cx="53629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2103120"/>
            <a:ext cx="64008" cy="18288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2 — Intelligence de la demande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1676" y="278892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les marts de référence (31,8 M)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dynamiques : transactions, clients, articles, % volume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par segment → tous les panneaux se recalculent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203545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297680"/>
            <a:ext cx="20354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 segment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12694" y="4297680"/>
            <a:ext cx="203545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12694" y="4297680"/>
            <a:ext cx="20354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Catégories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6749" y="4297680"/>
            <a:ext cx="203545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6749" y="4297680"/>
            <a:ext cx="20354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Démographie âge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40803" y="4297680"/>
            <a:ext cx="203545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40803" y="4297680"/>
            <a:ext cx="20354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 couleurs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4858" y="4297680"/>
            <a:ext cx="203545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4858" y="4297680"/>
            <a:ext cx="20354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Saisonnalité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panneaux, 1 filtre. Lecture multi-dimensionnelle de la demande, sans recharger la page.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Affinité segment × catégorie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est la sur-consommation — indice &gt; 1 = signal de recommandation prioritaire.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32918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Méthode &amp; lecture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663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= part de la cat. dans le segment / part globale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= 1 → consommation neutre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&gt; 1 → sur-consommation (white-space reco)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&lt; 1 → sous-consommation (à ne pas pousser)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segments × 8 catégories sur 31,8 M de transactions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 dans pandas à partir de mart_seg_category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2103120"/>
            <a:ext cx="569671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2240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Signaux extrêmes (mesurés)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Ladies Accessories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Accessories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771632" y="2825496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1A1410"/>
          </a:solidFill>
          <a:ln/>
        </p:spPr>
      </p:sp>
      <p:sp>
        <p:nvSpPr>
          <p:cNvPr id="14" name="Text 12"/>
          <p:cNvSpPr/>
          <p:nvPr/>
        </p:nvSpPr>
        <p:spPr>
          <a:xfrm>
            <a:off x="10771632" y="28254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14,6×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392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Ladies Accessories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0" y="33924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Socks &amp; Tights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771632" y="3429000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1A1410"/>
          </a:solidFill>
          <a:ln/>
        </p:spPr>
      </p:sp>
      <p:sp>
        <p:nvSpPr>
          <p:cNvPr id="18" name="Text 16"/>
          <p:cNvSpPr/>
          <p:nvPr/>
        </p:nvSpPr>
        <p:spPr>
          <a:xfrm>
            <a:off x="10771632" y="3429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13,0×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995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Menswear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3995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Socks &amp; Tights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771632" y="4032504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B8956A"/>
          </a:solidFill>
          <a:ln/>
        </p:spPr>
      </p:sp>
      <p:sp>
        <p:nvSpPr>
          <p:cNvPr id="22" name="Text 20"/>
          <p:cNvSpPr/>
          <p:nvPr/>
        </p:nvSpPr>
        <p:spPr>
          <a:xfrm>
            <a:off x="10771632" y="40325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4599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0" y="4599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Swimwear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771632" y="4636008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B8956A"/>
          </a:solidFill>
          <a:ln/>
        </p:spPr>
      </p:sp>
      <p:sp>
        <p:nvSpPr>
          <p:cNvPr id="26" name="Text 24"/>
          <p:cNvSpPr/>
          <p:nvPr/>
        </p:nvSpPr>
        <p:spPr>
          <a:xfrm>
            <a:off x="10771632" y="4636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52029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Sizes 92-140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0" y="52029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Underwear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771632" y="5239512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D8C7A8"/>
          </a:solidFill>
          <a:ln/>
        </p:spPr>
      </p:sp>
      <p:sp>
        <p:nvSpPr>
          <p:cNvPr id="30" name="Text 28"/>
          <p:cNvSpPr/>
          <p:nvPr/>
        </p:nvSpPr>
        <p:spPr>
          <a:xfrm>
            <a:off x="10771632" y="5239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solidFill>
            <a:srgbClr val="F0E9DC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5852160"/>
            <a:ext cx="64008" cy="4114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8978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utile pour Bloc 4 : 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cellule chargée = piste de reco à prioriser, </a:t>
            </a:r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segment</a:t>
            </a:r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d'architecture &amp; arbitrages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décision est documentée dans le repo (ADR ou commentaire de code).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5303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 KRaft (sans Zookeeper)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0" y="2148840"/>
            <a:ext cx="6153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officiel 3.8+, déploiement léger, pas de service externe.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06624"/>
            <a:ext cx="64008" cy="5303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5234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Échantillonnage par stride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2752344"/>
            <a:ext cx="6153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Étaler 4 500 messages sur 2 ans plutôt qu'un seul jour : courbe saisonnière crédible.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10128"/>
            <a:ext cx="64008" cy="5303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5584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Séparation stream / reference (tag dbt)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3355848"/>
            <a:ext cx="6153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rapide (stream) ; marts lourds (reference) build explicite.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13632"/>
            <a:ext cx="64008" cy="5303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5935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Venv Airflow séparé du venv data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0" y="3959352"/>
            <a:ext cx="6153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 les conflits de deps (Polars, dbt 1.x, GE 1.x).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17136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517136"/>
            <a:ext cx="64008" cy="5303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628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 Streamlit + Altair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0" y="4562856"/>
            <a:ext cx="6153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business directe vs Grafana (sysops). Pas de carte inventée.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9167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20640"/>
            <a:ext cx="64008" cy="530352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663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Heatmap d'affinité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0" y="5166360"/>
            <a:ext cx="6153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vraie lecture business : sur/sous-indexation vs marché.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 pour ce bloc · suite pour les autres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scope du Bloc 3 est volontairement bordé. Les briques voisines sont identifiées.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2956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64008" cy="411480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 3 — livré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90575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Kafka temps réel (KRaft, 3 partitions)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→ Postgres (idempotent, batch 500)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dbt : staging + 6 marts de référence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qualité 2 couches : dbt tests + Great Expectations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Airflow (4 tâches, validation E2E)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interactive Streamlit + heatmap d'affinité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versionné sur GitHub (princebn/miroir)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2103120"/>
            <a:ext cx="5362956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2103120"/>
            <a:ext cx="64008" cy="41148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2860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Hors périmètre (Blocs voisins)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1676" y="2788920"/>
            <a:ext cx="490575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 — Embeddings CLIP (vector(512))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 — Reco hybride (collab + content + colorimétrie)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 — API FastAPI + CI/CD + réentraînement auto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 — Monitoring drift (Evidently)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1 — Politique de gouvernance &amp; RGPD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1 — Cartographie parties prenantes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1 — Plan d'audit &amp; sensibilisation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54864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pipeline temps réel industrialisé,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signaux exploitables.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8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qualité, orchestration et monitoring tous opérationnels.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8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d'affinité : sortie directe pour piloter la reco du Bloc 4.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8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reproductible, versionnée, prête à étendre.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github.com/princebn/miroir  ·  bloc3-pipelines/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Miroir - Bloc 3</dc:title>
  <dc:subject>PptxGenJS Presentation</dc:subject>
  <dc:creator>Prince Nehemie</dc:creator>
  <cp:lastModifiedBy>Prince Nehemie</cp:lastModifiedBy>
  <cp:revision>1</cp:revision>
  <dcterms:created xsi:type="dcterms:W3CDTF">2026-06-07T15:07:58Z</dcterms:created>
  <dcterms:modified xsi:type="dcterms:W3CDTF">2026-06-07T15:07:58Z</dcterms:modified>
</cp:coreProperties>
</file>