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 I R O I 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41248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5AB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d'intelligence artificielle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A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de bout en bout d'un moteur de recommandation : conception, serving, CI/CD, réentraînement et monitoring.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5852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F6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Prince Néhémie · École des Mines · Juin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6172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github.com/princebn/miroir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 O N T E X T 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Miroir : SaaS B2B de conseil en image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Bloc 4 transforme les signaux du pipeline en recommandations personnalisées, validées par la conseillère.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— AÏCHA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Conseillère indépendante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clientes premium (Europe + Afrique)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pro : haute rotation, exigence forte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36208" y="23317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 PRINCIPAL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36208" y="2670048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du temps en recherche produit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44 419 articles au catalogue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catalogue scale, la conseillère ne scale pas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4526280"/>
            <a:ext cx="10506456" cy="0"/>
          </a:xfrm>
          <a:prstGeom prst="line">
            <a:avLst/>
          </a:prstGeom>
          <a:noFill/>
          <a:ln w="6350">
            <a:solidFill>
              <a:srgbClr val="E5DE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709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VALEUR MIROIR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5047488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Recos personnalisées, décision humaine finale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h / semaine gagnées par conseillère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36208" y="4709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BLOC 4 DANS LE TOUT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6208" y="5047488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les signaux temps réel du Bloc 3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le modèle ML qui industrialise le conseil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 A H I E R   D E S   C H A R G E 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&amp; compétences évaluées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compétences RNCP — toutes couvertes par les livrables de ce bloc.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44168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de la solution d'IA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10528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besoin métier, contraintes, périmètre B2B (RGPD).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9900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44168" y="29900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adapté aux données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10528" y="29900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 2 étages : retrieval CLIP/pgvector + re-ranker LightGBM.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36484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44168" y="364845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 serving (API)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0528" y="36484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alias MLflow @production, latence p95 &lt; 300 ms.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430682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44168" y="43068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CI/CD de déploiement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0528" y="43068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lint, tests, build image, gate qualité.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49651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44168" y="4965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automatisé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0528" y="49651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Airflow hebdo : qualité → train → promotion conditionnelle.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56235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44168" y="5623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par le monitoring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0528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Evidently (double critère) + dashboard Grafana.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 R C H I T E C T U R 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de bout en bout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étages enchaînés : rappel large par similarité, puis classement fin et diversifié.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68880"/>
            <a:ext cx="1481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688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cliente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22576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96896" y="2468880"/>
            <a:ext cx="1481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24688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Ancre CLIP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78224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2468880"/>
            <a:ext cx="1481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24688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pgvector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33872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08192" y="2468880"/>
            <a:ext cx="1481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24688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LightGBM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0" y="2468880"/>
            <a:ext cx="1481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4688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45168" y="24688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19488" y="2468880"/>
            <a:ext cx="148132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9488" y="246888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servi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— RAPPEL VISUEL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3886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44 419 embeddings CLIP ViT-B-32 indexés (HNSW, cosinus)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Ancre construite depuis saison colorimétrique + archétypes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candidats proches du profil et de l'occasion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36208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RE-RANKING — CLASSEMENT FIN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3886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37 features (cliente × produit × occasion)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: max 2 par type, max 3 par couleur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servi + boucle de feedback humain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 T A C 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versions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Versions verrouillées, choix de stabilité documentés par ADR.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MODÈLE 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75888" y="2377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CLIP (open_clip ViT-B-32), scikit-learn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75888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3.x — tracking, registry, alias @production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75888" y="3474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— /recommend, /feedback, /similar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VECTORIEL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75888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 (HNSW) — réutilisé du Bloc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75888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ruff, black, pytest (72), build Docker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75888" y="5120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2.10.5 — DAG de réentraînement hebdo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75888" y="5669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0.7 (drift) + Prometheus + Grafana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 O D È L E   M 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Re-ranker LightGBM — performances mesurées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features, sélection par AUC de validation, gestion du déséquilibre (scale_pos_weight).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468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(test)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[MESURÉ]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38728" y="2468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38728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3872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[MESURÉ]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36208" y="2468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36208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[MESURÉ]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33688" y="2468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933688" y="3310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3368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[MESURÉ]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1248" y="4114800"/>
            <a:ext cx="10506456" cy="0"/>
          </a:xfrm>
          <a:prstGeom prst="line">
            <a:avLst/>
          </a:prstGeom>
          <a:noFill/>
          <a:ln w="6350">
            <a:solidFill>
              <a:srgbClr val="E5DE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DÉMARCHE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6177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Amorçage par interactions synthétiques (cold start), taux d'approbation ~16 % — tracé [SYNTHÉTIQUE].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à lire comme preuve d'architecture ; la finesse viendra du feedback réel via /feedback.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features exploitable (interprétabilité) — défendable en soutenance.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 P I   D E   S E R V I N 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— le modèle servi en production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 via alias MLflow : promotion et rollback sans redéploiement.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/recommend — top-k pour cliente × occasion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/feedback — capture la décision (boucle d'apprentissage)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/feedback — annulation (rail vidé par la conseillère)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/similar — voisinage visuel CLIP (pgvector)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/clients, GET /images, GET /health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36208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PROPRIÉTÉS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36208" y="26974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chargé via models:/miroir_reranker@production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/ rollback = simple déplacement d'alias MLflow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typée (Pydantic), bornes sur les listes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Prometheus exposées sur tous les endpoints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5349240"/>
            <a:ext cx="10506456" cy="0"/>
          </a:xfrm>
          <a:prstGeom prst="line">
            <a:avLst/>
          </a:prstGeom>
          <a:noFill/>
          <a:ln w="6350">
            <a:solidFill>
              <a:srgbClr val="E5DE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5532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5852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253 ms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852928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p95 · objectif &lt; 300 ms atteint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52928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[MESURÉ]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 I / C 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d'intégration continue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push est vérifié : aucune régression ne passe silencieusement.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(ruff)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15184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9504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(black)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(pytest · 72)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11696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86016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Docker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59952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34272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qualité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3611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GARANTIES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9319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tests verts exigés avant tout merge — la qualité bloque le pipeline.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d'outils verrouillées (ruff 0.15.16, black 24.4.2) pour des builds reproductibles.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 construite et prête au déploiement Kubernetes (manifestes versionnés).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 É E N T R A Î N E M E N 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 hebdomadaire à promotion conditionnelle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réentraînement automatique ne doit jamais dégrader la production silencieusement.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15184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9504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 qualité (GE)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11696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86016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59952" y="251460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34272" y="2514600"/>
            <a:ext cx="177393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C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251460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/ Rollback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RÈGLE DE PROMOTION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9319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promu seulement si AUC ≥ AUC champion − 0,005 ; sinon rollback (champion conservé).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bloque l'entraînement si les données échouent aux attentes (non-nullité, bornes, volume).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= simple déplacement de l'alias MLflow @production. Décision tracée et reproductible.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 O N I T O R I N 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Dérive surveillée, performance pilotée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niveaux : la donnée qui entre (drift) et le service qui tourne (métriques).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— EVIDENTLY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(train) vs courant (échantillon récent)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critère : part de colonnes driftées &gt; 0,2…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…OU feature sentinelle (budget, taille) franchit son seuil JS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non bloquante dans le DAG de réentraînement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36208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— GRAFANA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36208" y="26974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p50 / p95 de /recommend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Débit, requêtes cumulées, taux d'erreurs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par action (approved / rejected)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Prometheus (instrumentation FastAPI)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5349240"/>
            <a:ext cx="10506456" cy="0"/>
          </a:xfrm>
          <a:prstGeom prst="line">
            <a:avLst/>
          </a:prstGeom>
          <a:noFill/>
          <a:ln w="6350">
            <a:solidFill>
              <a:srgbClr val="E5DE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5532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QUI DÉCLENCHE UNE 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5852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détecté → rapport HTML horodaté · Réentraînement échoue qualité → rollback automatique · Latence p95 &gt; 300 ms → alerte Grafana.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 É C I S I O N 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d'architecture &amp; arbitrages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décision est documentée dans le repo — 8 ADR au format MADR.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 en deux étages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04688" y="2331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interprétable, modulaire vs modèle end-to-end opaque.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935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pour le re-ranker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04688" y="29352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sur tabulaire en faible volume, rapide CPU, interprétable.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538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via alias MLflow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04688" y="353872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/ rollback instantanés sans redéploiement.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conditionnelle + rollback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41422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Protège la production contre toute régression silencieuse.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47457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à double critère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04688" y="47457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aux dérives globales ET localisées (features sentinelles).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du slate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04688" y="53492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composable (max 2/type, 3/couleur), testée unitairement.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 É R I M È T R 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 pour ce bloc · limites assumées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scope du Bloc 4 est volontairement bordé ; les limites sont documentées.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10506456" cy="0"/>
          </a:xfrm>
          <a:prstGeom prst="line">
            <a:avLst/>
          </a:prstGeom>
          <a:noFill/>
          <a:ln w="9525">
            <a:solidFill>
              <a:srgbClr val="D4CC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 4 — LIVRÉ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 2 étages (CLIP + LightGBM), 72 tests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alias MLflow @production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GitHub Actions + manifestes K8s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Airflow (promotion conditionnelle)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drift (Evidently) + Grafana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démonstration (séance → planche)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36208" y="2331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6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LIMITES ASSUMÉES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36208" y="26974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Clientèle féminine (hors-distribution sinon)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sur données synthétiques → rang affiché, pas score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compatibilité inter-pièces (score par pièce)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offline ; A/B test = étape suivante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pgvector adapté au persona, pas au web-scale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89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 O N C L U S I O 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1920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solution d'IA industrialisée,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FA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l'entraînement à la production.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7490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5A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Modèle, API, CI/CD, réentraînement et monitoring : tous opérationnels et testés.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5A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complète : la décision de la conseillère nourrit le réentraînement hebdomadaire.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B5A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reproductible, versionnée, documentée par 8 ADR et une model card.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F6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github.com/princebn/miroir · bloc4-mlops/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2026-06-12T05:31:15Z</dcterms:created>
  <dcterms:modified xsi:type="dcterms:W3CDTF">2026-06-12T05:31:15Z</dcterms:modified>
</cp:coreProperties>
</file>